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Redux in React 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Theory with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Redux?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Redux is a predictable state management library for JavaScript apps.</a:t>
            </a:r>
          </a:p>
          <a:p>
            <a:r>
              <a:t>Helps manage global state in React.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Redux?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Centralized State</a:t>
            </a:r>
          </a:p>
          <a:p>
            <a:pPr lvl="1"/>
            <a:r>
              <a:t>Predictable Behavior</a:t>
            </a:r>
          </a:p>
          <a:p>
            <a:pPr lvl="1"/>
            <a:r>
              <a:t>Easy Debugging</a:t>
            </a:r>
          </a:p>
          <a:p>
            <a:pPr lvl="1"/>
            <a:r>
              <a:t>Time Travel Debugging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Redux Example (Counter)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Reducer:</a:t>
            </a:r>
          </a:p>
          <a:p>
            <a:r>
              <a:t>function counter(state=0, action){ if(action.type==='INC') return state+1; return state; }</a:t>
            </a:r>
          </a:p>
          <a:p>
            <a:r>
              <a:t>Store: const store = createStore(counter);</a:t>
            </a:r>
          </a:p>
          <a:p>
            <a:r>
              <a:t>Dispatch: store.dispatch({type:'INC'});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